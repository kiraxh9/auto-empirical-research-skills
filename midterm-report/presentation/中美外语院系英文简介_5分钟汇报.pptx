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1234440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475488"/>
            <a:ext cx="3429000" cy="3840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75488"/>
            <a:ext cx="3136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本科生创新训练培育项目｜中期汇报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7086600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基于语料库技术的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中美外语院系英文简介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话语比较分析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38144"/>
            <a:ext cx="6995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中美高校外语院系英文 About Us 文本的语料库辅助比较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5184" y="4279392"/>
            <a:ext cx="1847088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4370832"/>
            <a:ext cx="184708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30＋30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482803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中美样本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核心语步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868680"/>
            <a:ext cx="3246120" cy="49377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40496" y="1243584"/>
            <a:ext cx="2624328" cy="1344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14232" y="1417320"/>
            <a:ext cx="77724" cy="77724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78824" y="1417320"/>
            <a:ext cx="77724" cy="77724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43415" y="1417320"/>
            <a:ext cx="77724" cy="77724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1645920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324D"/>
                </a:solidFill>
                <a:latin typeface="Microsoft YaHei"/>
              </a:rPr>
              <a:t>About 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084831"/>
            <a:ext cx="1993392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2240280"/>
            <a:ext cx="1481328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825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748A"/>
                </a:solidFill>
                <a:latin typeface="Microsoft YaHei"/>
              </a:rPr>
              <a:t>研究路径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3182112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3282696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2826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218688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0496" y="3840480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86800" y="3941064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9410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877056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0496" y="4498848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0" y="4599432"/>
            <a:ext cx="310896" cy="31089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99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535424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语境解释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528523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MOVE · LANGUAGE · CONTEXT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" y="5760720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96188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324D"/>
                </a:solidFill>
                <a:latin typeface="Microsoft YaHei"/>
              </a:rPr>
              <a:t>外语学院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6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汇报人：________　　指导教师：________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2026年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3093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01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基于语料库技术的中美外语院系英文简介话语比较分析</dc:title>
  <dc:subject>本科生创新训练培育项目中期汇报</dc:subject>
  <dc:creator>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