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研究内容与目标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围绕五个相互关联的维度，比较中美外语院系英文简介的机构话语建构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研究内容｜五个比较维度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46888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体裁构成与语步模式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顺序 · 篇幅 · 出现率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0896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教育理念与培养目标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核心能力 · 工具性—人文性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3931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749039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学科形象与学术身份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评价表达 · 自我指称 · 名词化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7939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38912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国际化表述策略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理想主义 · 工具主义 · 教育主义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1947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" y="5029200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多语种资源与跨学科整合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6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语种资源 · 学科融合 · 社会服务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90688" y="1965960"/>
            <a:ext cx="3547872" cy="359359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157984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研究目标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2587752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46720" y="2587752"/>
            <a:ext cx="612648" cy="749808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587752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描述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2651760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识别文本结构与语言表达的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共性及差异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493008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493008"/>
            <a:ext cx="612648" cy="749808"/>
          </a:xfrm>
          <a:prstGeom prst="round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3493008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解释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3557016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联系社会文化与制度语境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阐释差异成因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4398264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046720" y="4398264"/>
            <a:ext cx="612648" cy="749808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398264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转化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4462272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形成话语策略建议库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与研究论文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02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03　研究设计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样本、语步与人机协作校订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以院系级文本为比较单位，后续统计与语言分析均基于人工校订标签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25146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1284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01　语料样本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33472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7324D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00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" y="3593592"/>
            <a:ext cx="2066544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0976" y="3794760"/>
            <a:ext cx="2066543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941063"/>
            <a:ext cx="128016" cy="12801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中国　30个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4361688"/>
            <a:ext cx="2066543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4507992"/>
            <a:ext cx="128016" cy="12801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36168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美国　30个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8348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官方网站英文 About 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5780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院系级聚合文本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2011680"/>
            <a:ext cx="466344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4176" y="2212848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02　语步框架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212848"/>
            <a:ext cx="2505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24个细类 → 10个核心语步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94176" y="2596896"/>
            <a:ext cx="422452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94176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机构身份与组织治理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94176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94176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历史沿革与学脉传承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94176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94176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94176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94176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694176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94176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课程教学与培养目标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3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7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师资与办学支撑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15583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15583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7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办学声誉与育人成效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15583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815583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7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15583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15583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7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受众互动与行动引导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15583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15583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信息导引与运行通告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5257800"/>
            <a:ext cx="42245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完整语步定义与语阶见附录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66760" y="2011680"/>
            <a:ext cx="29718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86216" y="2212848"/>
            <a:ext cx="25328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03　人机协作校订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22792" y="2660904"/>
            <a:ext cx="2459736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22792" y="2660904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568A8"/>
                </a:solidFill>
                <a:latin typeface="Microsoft YaHei"/>
              </a:rPr>
              <a:t>AI预标注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22792" y="3374136"/>
            <a:ext cx="2459736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3374136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324D"/>
                </a:solidFill>
                <a:latin typeface="Microsoft YaHei"/>
              </a:rPr>
              <a:t>人工逐篇审阅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22792" y="4087368"/>
            <a:ext cx="2459736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22792" y="4087368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38B36"/>
                </a:solidFill>
                <a:latin typeface="Microsoft YaHei"/>
              </a:rPr>
              <a:t>立即修改并保存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37776" y="3099816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37776" y="3813048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22792" y="4754880"/>
            <a:ext cx="2459736" cy="6217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4818888"/>
            <a:ext cx="24597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</a:rPr>
              <a:t>最终分析对象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5010912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人工校订标签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04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